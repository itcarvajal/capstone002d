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an Wide Bold" charset="1" panose="02000503000000000000"/>
      <p:regular r:id="rId21"/>
    </p:embeddedFont>
    <p:embeddedFont>
      <p:font typeface="Aran Wide" charset="1" panose="020005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Relationship Id="rId7" Target="../media/image13.gif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5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5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5.pn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jpe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2121977" y="-172738"/>
            <a:ext cx="16334870" cy="10290968"/>
          </a:xfrm>
          <a:custGeom>
            <a:avLst/>
            <a:gdLst/>
            <a:ahLst/>
            <a:cxnLst/>
            <a:rect r="r" b="b" t="t" l="l"/>
            <a:pathLst>
              <a:path h="10290968" w="16334870">
                <a:moveTo>
                  <a:pt x="16334870" y="10290968"/>
                </a:moveTo>
                <a:lnTo>
                  <a:pt x="0" y="10290968"/>
                </a:lnTo>
                <a:lnTo>
                  <a:pt x="0" y="0"/>
                </a:lnTo>
                <a:lnTo>
                  <a:pt x="16334870" y="0"/>
                </a:lnTo>
                <a:lnTo>
                  <a:pt x="16334870" y="102909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956079" y="7741719"/>
            <a:ext cx="11822380" cy="3103375"/>
          </a:xfrm>
          <a:custGeom>
            <a:avLst/>
            <a:gdLst/>
            <a:ahLst/>
            <a:cxnLst/>
            <a:rect r="r" b="b" t="t" l="l"/>
            <a:pathLst>
              <a:path h="3103375" w="11822380">
                <a:moveTo>
                  <a:pt x="0" y="3103374"/>
                </a:moveTo>
                <a:lnTo>
                  <a:pt x="11822380" y="3103374"/>
                </a:lnTo>
                <a:lnTo>
                  <a:pt x="11822380" y="0"/>
                </a:lnTo>
                <a:lnTo>
                  <a:pt x="0" y="0"/>
                </a:lnTo>
                <a:lnTo>
                  <a:pt x="0" y="3103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37341" y="1276663"/>
            <a:ext cx="7392167" cy="739216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40720" t="-50897" r="-36740" b="-78759"/>
              </a:stretch>
            </a:blipFill>
            <a:ln w="238125" cap="sq">
              <a:gradFill>
                <a:gsLst>
                  <a:gs pos="0">
                    <a:srgbClr val="F56D02">
                      <a:alpha val="100000"/>
                    </a:srgbClr>
                  </a:gs>
                  <a:gs pos="100000">
                    <a:srgbClr val="F188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56420" y="2674502"/>
            <a:ext cx="14068262" cy="134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6"/>
              </a:lnSpc>
            </a:pPr>
            <a:r>
              <a:rPr lang="en-US" sz="9054">
                <a:solidFill>
                  <a:srgbClr val="4B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  <a:r>
              <a:rPr lang="en-US" sz="905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</a:t>
            </a:r>
            <a:r>
              <a:rPr lang="en-US" sz="9054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372" y="3980456"/>
            <a:ext cx="7338901" cy="43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3"/>
              </a:lnSpc>
              <a:spcBef>
                <a:spcPct val="0"/>
              </a:spcBef>
            </a:pPr>
            <a:r>
              <a:rPr lang="en-US" sz="25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R</a:t>
            </a:r>
            <a:r>
              <a:rPr lang="en-US" sz="25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ecuperarte es más fácil con un buen amigo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578961" y="8338585"/>
            <a:ext cx="7572006" cy="134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sz="21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Adonis Núñez</a:t>
            </a:r>
          </a:p>
          <a:p>
            <a:pPr algn="ctr">
              <a:lnSpc>
                <a:spcPts val="2619"/>
              </a:lnSpc>
            </a:pPr>
            <a:r>
              <a:rPr lang="en-US" sz="21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Italo carvajal</a:t>
            </a:r>
          </a:p>
          <a:p>
            <a:pPr algn="ctr">
              <a:lnSpc>
                <a:spcPts val="2619"/>
              </a:lnSpc>
            </a:pPr>
            <a:r>
              <a:rPr lang="en-US" sz="21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Juan Medina</a:t>
            </a:r>
          </a:p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21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Jose Vergara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33291" y="8562120"/>
            <a:ext cx="3449760" cy="344976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20895" y="-836411"/>
            <a:ext cx="3449760" cy="34497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7693" y="2133816"/>
            <a:ext cx="812619" cy="81261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89270" y="7402011"/>
            <a:ext cx="812619" cy="81261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756324" y="3414423"/>
            <a:ext cx="3023828" cy="2914346"/>
            <a:chOff x="0" y="0"/>
            <a:chExt cx="5436870" cy="52400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65701" y="549889"/>
              <a:ext cx="4306737" cy="4140241"/>
            </a:xfrm>
            <a:custGeom>
              <a:avLst/>
              <a:gdLst/>
              <a:ahLst/>
              <a:cxnLst/>
              <a:rect r="r" b="b" t="t" l="l"/>
              <a:pathLst>
                <a:path h="4140241" w="4306737">
                  <a:moveTo>
                    <a:pt x="2153369" y="21"/>
                  </a:moveTo>
                  <a:cubicBezTo>
                    <a:pt x="1385193" y="-3296"/>
                    <a:pt x="673896" y="390535"/>
                    <a:pt x="288813" y="1032389"/>
                  </a:cubicBezTo>
                  <a:cubicBezTo>
                    <a:pt x="-96270" y="1674243"/>
                    <a:pt x="-96270" y="2465999"/>
                    <a:pt x="288813" y="3107852"/>
                  </a:cubicBezTo>
                  <a:cubicBezTo>
                    <a:pt x="673896" y="3749706"/>
                    <a:pt x="1385193" y="4143538"/>
                    <a:pt x="2153369" y="4140221"/>
                  </a:cubicBezTo>
                  <a:cubicBezTo>
                    <a:pt x="2921545" y="4143538"/>
                    <a:pt x="3632843" y="3749706"/>
                    <a:pt x="4017925" y="3107852"/>
                  </a:cubicBezTo>
                  <a:cubicBezTo>
                    <a:pt x="4403009" y="2465999"/>
                    <a:pt x="4403009" y="1674243"/>
                    <a:pt x="4017925" y="1032389"/>
                  </a:cubicBezTo>
                  <a:cubicBezTo>
                    <a:pt x="3632843" y="390535"/>
                    <a:pt x="2921545" y="-3296"/>
                    <a:pt x="2153369" y="2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36870" cy="5240020"/>
            </a:xfrm>
            <a:custGeom>
              <a:avLst/>
              <a:gdLst/>
              <a:ahLst/>
              <a:cxnLst/>
              <a:rect r="r" b="b" t="t" l="l"/>
              <a:pathLst>
                <a:path h="5240020" w="5436870">
                  <a:moveTo>
                    <a:pt x="0" y="0"/>
                  </a:moveTo>
                  <a:lnTo>
                    <a:pt x="5436870" y="0"/>
                  </a:lnTo>
                  <a:lnTo>
                    <a:pt x="5436870" y="5240020"/>
                  </a:lnTo>
                  <a:lnTo>
                    <a:pt x="0" y="5240020"/>
                  </a:lnTo>
                  <a:close/>
                </a:path>
              </a:pathLst>
            </a:custGeom>
            <a:blipFill>
              <a:blip r:embed="rId4"/>
              <a:stretch>
                <a:fillRect l="0" t="-19" r="0" b="-1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3846" y="1000125"/>
            <a:ext cx="7598043" cy="195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B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INTEGRANTES DEL</a:t>
            </a:r>
            <a:r>
              <a:rPr lang="en-US" sz="6500">
                <a:solidFill>
                  <a:srgbClr val="49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</a:t>
            </a:r>
            <a:r>
              <a:rPr lang="en-US" sz="6500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PROYECTO 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5289476" y="3351116"/>
            <a:ext cx="3155199" cy="3040960"/>
            <a:chOff x="0" y="0"/>
            <a:chExt cx="5436870" cy="52400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65701" y="549889"/>
              <a:ext cx="4306737" cy="4140241"/>
            </a:xfrm>
            <a:custGeom>
              <a:avLst/>
              <a:gdLst/>
              <a:ahLst/>
              <a:cxnLst/>
              <a:rect r="r" b="b" t="t" l="l"/>
              <a:pathLst>
                <a:path h="4140241" w="4306737">
                  <a:moveTo>
                    <a:pt x="2153369" y="21"/>
                  </a:moveTo>
                  <a:cubicBezTo>
                    <a:pt x="1385193" y="-3296"/>
                    <a:pt x="673896" y="390535"/>
                    <a:pt x="288813" y="1032389"/>
                  </a:cubicBezTo>
                  <a:cubicBezTo>
                    <a:pt x="-96270" y="1674243"/>
                    <a:pt x="-96270" y="2465999"/>
                    <a:pt x="288813" y="3107852"/>
                  </a:cubicBezTo>
                  <a:cubicBezTo>
                    <a:pt x="673896" y="3749706"/>
                    <a:pt x="1385193" y="4143538"/>
                    <a:pt x="2153369" y="4140221"/>
                  </a:cubicBezTo>
                  <a:cubicBezTo>
                    <a:pt x="2921545" y="4143538"/>
                    <a:pt x="3632843" y="3749706"/>
                    <a:pt x="4017925" y="3107852"/>
                  </a:cubicBezTo>
                  <a:cubicBezTo>
                    <a:pt x="4403009" y="2465999"/>
                    <a:pt x="4403009" y="1674243"/>
                    <a:pt x="4017925" y="1032389"/>
                  </a:cubicBezTo>
                  <a:cubicBezTo>
                    <a:pt x="3632843" y="390535"/>
                    <a:pt x="2921545" y="-3296"/>
                    <a:pt x="2153369" y="2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36870" cy="5240020"/>
            </a:xfrm>
            <a:custGeom>
              <a:avLst/>
              <a:gdLst/>
              <a:ahLst/>
              <a:cxnLst/>
              <a:rect r="r" b="b" t="t" l="l"/>
              <a:pathLst>
                <a:path h="5240020" w="5436870">
                  <a:moveTo>
                    <a:pt x="0" y="0"/>
                  </a:moveTo>
                  <a:lnTo>
                    <a:pt x="5436870" y="0"/>
                  </a:lnTo>
                  <a:lnTo>
                    <a:pt x="5436870" y="5240020"/>
                  </a:lnTo>
                  <a:lnTo>
                    <a:pt x="0" y="5240020"/>
                  </a:lnTo>
                  <a:close/>
                </a:path>
              </a:pathLst>
            </a:custGeom>
            <a:blipFill>
              <a:blip r:embed="rId4"/>
              <a:stretch>
                <a:fillRect l="0" t="-19" r="0" b="-19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4360094" y="3351116"/>
            <a:ext cx="3155199" cy="3040960"/>
            <a:chOff x="0" y="0"/>
            <a:chExt cx="5436870" cy="52400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65701" y="549889"/>
              <a:ext cx="4306737" cy="4140241"/>
            </a:xfrm>
            <a:custGeom>
              <a:avLst/>
              <a:gdLst/>
              <a:ahLst/>
              <a:cxnLst/>
              <a:rect r="r" b="b" t="t" l="l"/>
              <a:pathLst>
                <a:path h="4140241" w="4306737">
                  <a:moveTo>
                    <a:pt x="2153369" y="21"/>
                  </a:moveTo>
                  <a:cubicBezTo>
                    <a:pt x="1385193" y="-3296"/>
                    <a:pt x="673896" y="390535"/>
                    <a:pt x="288813" y="1032389"/>
                  </a:cubicBezTo>
                  <a:cubicBezTo>
                    <a:pt x="-96270" y="1674243"/>
                    <a:pt x="-96270" y="2465999"/>
                    <a:pt x="288813" y="3107852"/>
                  </a:cubicBezTo>
                  <a:cubicBezTo>
                    <a:pt x="673896" y="3749706"/>
                    <a:pt x="1385193" y="4143538"/>
                    <a:pt x="2153369" y="4140221"/>
                  </a:cubicBezTo>
                  <a:cubicBezTo>
                    <a:pt x="2921545" y="4143538"/>
                    <a:pt x="3632843" y="3749706"/>
                    <a:pt x="4017925" y="3107852"/>
                  </a:cubicBezTo>
                  <a:cubicBezTo>
                    <a:pt x="4403009" y="2465999"/>
                    <a:pt x="4403009" y="1674243"/>
                    <a:pt x="4017925" y="1032389"/>
                  </a:cubicBezTo>
                  <a:cubicBezTo>
                    <a:pt x="3632843" y="390535"/>
                    <a:pt x="2921545" y="-3296"/>
                    <a:pt x="2153369" y="2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36870" cy="5240020"/>
            </a:xfrm>
            <a:custGeom>
              <a:avLst/>
              <a:gdLst/>
              <a:ahLst/>
              <a:cxnLst/>
              <a:rect r="r" b="b" t="t" l="l"/>
              <a:pathLst>
                <a:path h="5240020" w="5436870">
                  <a:moveTo>
                    <a:pt x="0" y="0"/>
                  </a:moveTo>
                  <a:lnTo>
                    <a:pt x="5436870" y="0"/>
                  </a:lnTo>
                  <a:lnTo>
                    <a:pt x="5436870" y="5240020"/>
                  </a:lnTo>
                  <a:lnTo>
                    <a:pt x="0" y="5240020"/>
                  </a:lnTo>
                  <a:close/>
                </a:path>
              </a:pathLst>
            </a:custGeom>
            <a:blipFill>
              <a:blip r:embed="rId4"/>
              <a:stretch>
                <a:fillRect l="0" t="-19" r="0" b="-19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798003" y="3351116"/>
            <a:ext cx="3155199" cy="3040960"/>
            <a:chOff x="0" y="0"/>
            <a:chExt cx="5436870" cy="5240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65701" y="549889"/>
              <a:ext cx="4306737" cy="4140241"/>
            </a:xfrm>
            <a:custGeom>
              <a:avLst/>
              <a:gdLst/>
              <a:ahLst/>
              <a:cxnLst/>
              <a:rect r="r" b="b" t="t" l="l"/>
              <a:pathLst>
                <a:path h="4140241" w="4306737">
                  <a:moveTo>
                    <a:pt x="2153369" y="21"/>
                  </a:moveTo>
                  <a:cubicBezTo>
                    <a:pt x="1385193" y="-3296"/>
                    <a:pt x="673896" y="390535"/>
                    <a:pt x="288813" y="1032389"/>
                  </a:cubicBezTo>
                  <a:cubicBezTo>
                    <a:pt x="-96270" y="1674243"/>
                    <a:pt x="-96270" y="2465999"/>
                    <a:pt x="288813" y="3107852"/>
                  </a:cubicBezTo>
                  <a:cubicBezTo>
                    <a:pt x="673896" y="3749706"/>
                    <a:pt x="1385193" y="4143538"/>
                    <a:pt x="2153369" y="4140221"/>
                  </a:cubicBezTo>
                  <a:cubicBezTo>
                    <a:pt x="2921545" y="4143538"/>
                    <a:pt x="3632843" y="3749706"/>
                    <a:pt x="4017925" y="3107852"/>
                  </a:cubicBezTo>
                  <a:cubicBezTo>
                    <a:pt x="4403009" y="2465999"/>
                    <a:pt x="4403009" y="1674243"/>
                    <a:pt x="4017925" y="1032389"/>
                  </a:cubicBezTo>
                  <a:cubicBezTo>
                    <a:pt x="3632843" y="390535"/>
                    <a:pt x="2921545" y="-3296"/>
                    <a:pt x="2153369" y="2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36870" cy="5240020"/>
            </a:xfrm>
            <a:custGeom>
              <a:avLst/>
              <a:gdLst/>
              <a:ahLst/>
              <a:cxnLst/>
              <a:rect r="r" b="b" t="t" l="l"/>
              <a:pathLst>
                <a:path h="5240020" w="5436870">
                  <a:moveTo>
                    <a:pt x="0" y="0"/>
                  </a:moveTo>
                  <a:lnTo>
                    <a:pt x="5436870" y="0"/>
                  </a:lnTo>
                  <a:lnTo>
                    <a:pt x="5436870" y="5240020"/>
                  </a:lnTo>
                  <a:lnTo>
                    <a:pt x="0" y="5240020"/>
                  </a:lnTo>
                  <a:close/>
                </a:path>
              </a:pathLst>
            </a:custGeom>
            <a:blipFill>
              <a:blip r:embed="rId4"/>
              <a:stretch>
                <a:fillRect l="0" t="-19" r="0" b="-19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44167" y="6338848"/>
            <a:ext cx="326287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Adonis Eros Núñez Rojas</a:t>
            </a:r>
          </a:p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Product Owner-Programador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89476" y="6300194"/>
            <a:ext cx="3130600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Juan Alberto Medina Pérez</a:t>
            </a:r>
          </a:p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Scrum Master-Programador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56430" y="6300194"/>
            <a:ext cx="3223617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Italo Noriel Carvajal Briceño</a:t>
            </a:r>
          </a:p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Team Scrum-Documentacion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56336" y="6300194"/>
            <a:ext cx="4050729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Jose Ignacio Vergara Avendaño</a:t>
            </a:r>
          </a:p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Aran Wide"/>
                <a:ea typeface="Aran Wide"/>
                <a:cs typeface="Aran Wide"/>
                <a:sym typeface="Aran Wide"/>
              </a:rPr>
              <a:t>Team Scrum-Ux/UI-Docuementacion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57061"/>
            <a:ext cx="9231469" cy="195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9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Descripcion del</a:t>
            </a:r>
            <a:r>
              <a:rPr lang="en-US" sz="65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</a:t>
            </a:r>
            <a:r>
              <a:rPr lang="en-US" sz="6500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Proyecto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02358" y="-1220011"/>
            <a:ext cx="13104772" cy="13104772"/>
          </a:xfrm>
          <a:custGeom>
            <a:avLst/>
            <a:gdLst/>
            <a:ahLst/>
            <a:cxnLst/>
            <a:rect r="r" b="b" t="t" l="l"/>
            <a:pathLst>
              <a:path h="13104772" w="13104772">
                <a:moveTo>
                  <a:pt x="0" y="0"/>
                </a:moveTo>
                <a:lnTo>
                  <a:pt x="13104773" y="0"/>
                </a:lnTo>
                <a:lnTo>
                  <a:pt x="13104773" y="13104772"/>
                </a:lnTo>
                <a:lnTo>
                  <a:pt x="0" y="1310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015651"/>
            <a:ext cx="6396226" cy="1419440"/>
            <a:chOff x="0" y="0"/>
            <a:chExt cx="1684603" cy="373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7730830"/>
            <a:ext cx="6396226" cy="1419440"/>
            <a:chOff x="0" y="0"/>
            <a:chExt cx="1684603" cy="3738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202466" y="-845415"/>
            <a:ext cx="2731072" cy="27310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31621" y="7532230"/>
            <a:ext cx="4398644" cy="4548638"/>
            <a:chOff x="0" y="0"/>
            <a:chExt cx="1394775" cy="14423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4775" cy="1442336"/>
            </a:xfrm>
            <a:custGeom>
              <a:avLst/>
              <a:gdLst/>
              <a:ahLst/>
              <a:cxnLst/>
              <a:rect r="r" b="b" t="t" l="l"/>
              <a:pathLst>
                <a:path h="1442336" w="1394775">
                  <a:moveTo>
                    <a:pt x="697387" y="0"/>
                  </a:moveTo>
                  <a:lnTo>
                    <a:pt x="1394775" y="721168"/>
                  </a:lnTo>
                  <a:lnTo>
                    <a:pt x="697387" y="1442336"/>
                  </a:lnTo>
                  <a:lnTo>
                    <a:pt x="0" y="721168"/>
                  </a:lnTo>
                  <a:lnTo>
                    <a:pt x="69738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239727" y="219327"/>
              <a:ext cx="915321" cy="975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33538" y="1419917"/>
            <a:ext cx="1131439" cy="11314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36033" y="120273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199"/>
                </a:lnTo>
                <a:lnTo>
                  <a:pt x="0" y="24481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116821" y="3912936"/>
            <a:ext cx="6253719" cy="1419440"/>
            <a:chOff x="0" y="0"/>
            <a:chExt cx="1647070" cy="373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070" cy="373844"/>
            </a:xfrm>
            <a:custGeom>
              <a:avLst/>
              <a:gdLst/>
              <a:ahLst/>
              <a:cxnLst/>
              <a:rect r="r" b="b" t="t" l="l"/>
              <a:pathLst>
                <a:path h="373844" w="1647070">
                  <a:moveTo>
                    <a:pt x="123797" y="0"/>
                  </a:moveTo>
                  <a:lnTo>
                    <a:pt x="1523273" y="0"/>
                  </a:lnTo>
                  <a:cubicBezTo>
                    <a:pt x="1556106" y="0"/>
                    <a:pt x="1587594" y="13043"/>
                    <a:pt x="1610811" y="36259"/>
                  </a:cubicBezTo>
                  <a:cubicBezTo>
                    <a:pt x="1634027" y="59476"/>
                    <a:pt x="1647070" y="90964"/>
                    <a:pt x="1647070" y="123797"/>
                  </a:cubicBezTo>
                  <a:lnTo>
                    <a:pt x="1647070" y="250047"/>
                  </a:lnTo>
                  <a:cubicBezTo>
                    <a:pt x="1647070" y="282880"/>
                    <a:pt x="1634027" y="314368"/>
                    <a:pt x="1610811" y="337585"/>
                  </a:cubicBezTo>
                  <a:cubicBezTo>
                    <a:pt x="1587594" y="360801"/>
                    <a:pt x="1556106" y="373844"/>
                    <a:pt x="1523273" y="373844"/>
                  </a:cubicBezTo>
                  <a:lnTo>
                    <a:pt x="123797" y="373844"/>
                  </a:lnTo>
                  <a:cubicBezTo>
                    <a:pt x="90964" y="373844"/>
                    <a:pt x="59476" y="360801"/>
                    <a:pt x="36259" y="337585"/>
                  </a:cubicBezTo>
                  <a:cubicBezTo>
                    <a:pt x="13043" y="314368"/>
                    <a:pt x="0" y="282880"/>
                    <a:pt x="0" y="250047"/>
                  </a:cubicBezTo>
                  <a:lnTo>
                    <a:pt x="0" y="123797"/>
                  </a:lnTo>
                  <a:cubicBezTo>
                    <a:pt x="0" y="90964"/>
                    <a:pt x="13043" y="59476"/>
                    <a:pt x="36259" y="36259"/>
                  </a:cubicBezTo>
                  <a:cubicBezTo>
                    <a:pt x="59476" y="13043"/>
                    <a:pt x="90964" y="0"/>
                    <a:pt x="123797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647070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16821" y="5821883"/>
            <a:ext cx="6253719" cy="1419440"/>
            <a:chOff x="0" y="0"/>
            <a:chExt cx="1647070" cy="3738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7070" cy="373844"/>
            </a:xfrm>
            <a:custGeom>
              <a:avLst/>
              <a:gdLst/>
              <a:ahLst/>
              <a:cxnLst/>
              <a:rect r="r" b="b" t="t" l="l"/>
              <a:pathLst>
                <a:path h="373844" w="1647070">
                  <a:moveTo>
                    <a:pt x="123797" y="0"/>
                  </a:moveTo>
                  <a:lnTo>
                    <a:pt x="1523273" y="0"/>
                  </a:lnTo>
                  <a:cubicBezTo>
                    <a:pt x="1556106" y="0"/>
                    <a:pt x="1587594" y="13043"/>
                    <a:pt x="1610811" y="36259"/>
                  </a:cubicBezTo>
                  <a:cubicBezTo>
                    <a:pt x="1634027" y="59476"/>
                    <a:pt x="1647070" y="90964"/>
                    <a:pt x="1647070" y="123797"/>
                  </a:cubicBezTo>
                  <a:lnTo>
                    <a:pt x="1647070" y="250047"/>
                  </a:lnTo>
                  <a:cubicBezTo>
                    <a:pt x="1647070" y="282880"/>
                    <a:pt x="1634027" y="314368"/>
                    <a:pt x="1610811" y="337585"/>
                  </a:cubicBezTo>
                  <a:cubicBezTo>
                    <a:pt x="1587594" y="360801"/>
                    <a:pt x="1556106" y="373844"/>
                    <a:pt x="1523273" y="373844"/>
                  </a:cubicBezTo>
                  <a:lnTo>
                    <a:pt x="123797" y="373844"/>
                  </a:lnTo>
                  <a:cubicBezTo>
                    <a:pt x="90964" y="373844"/>
                    <a:pt x="59476" y="360801"/>
                    <a:pt x="36259" y="337585"/>
                  </a:cubicBezTo>
                  <a:cubicBezTo>
                    <a:pt x="13043" y="314368"/>
                    <a:pt x="0" y="282880"/>
                    <a:pt x="0" y="250047"/>
                  </a:cubicBezTo>
                  <a:lnTo>
                    <a:pt x="0" y="123797"/>
                  </a:lnTo>
                  <a:cubicBezTo>
                    <a:pt x="0" y="90964"/>
                    <a:pt x="13043" y="59476"/>
                    <a:pt x="36259" y="36259"/>
                  </a:cubicBezTo>
                  <a:cubicBezTo>
                    <a:pt x="59476" y="13043"/>
                    <a:pt x="90964" y="0"/>
                    <a:pt x="123797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647070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16821" y="7727097"/>
            <a:ext cx="6253719" cy="1419440"/>
            <a:chOff x="0" y="0"/>
            <a:chExt cx="1647070" cy="3738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070" cy="373844"/>
            </a:xfrm>
            <a:custGeom>
              <a:avLst/>
              <a:gdLst/>
              <a:ahLst/>
              <a:cxnLst/>
              <a:rect r="r" b="b" t="t" l="l"/>
              <a:pathLst>
                <a:path h="373844" w="1647070">
                  <a:moveTo>
                    <a:pt x="123797" y="0"/>
                  </a:moveTo>
                  <a:lnTo>
                    <a:pt x="1523273" y="0"/>
                  </a:lnTo>
                  <a:cubicBezTo>
                    <a:pt x="1556106" y="0"/>
                    <a:pt x="1587594" y="13043"/>
                    <a:pt x="1610811" y="36259"/>
                  </a:cubicBezTo>
                  <a:cubicBezTo>
                    <a:pt x="1634027" y="59476"/>
                    <a:pt x="1647070" y="90964"/>
                    <a:pt x="1647070" y="123797"/>
                  </a:cubicBezTo>
                  <a:lnTo>
                    <a:pt x="1647070" y="250047"/>
                  </a:lnTo>
                  <a:cubicBezTo>
                    <a:pt x="1647070" y="282880"/>
                    <a:pt x="1634027" y="314368"/>
                    <a:pt x="1610811" y="337585"/>
                  </a:cubicBezTo>
                  <a:cubicBezTo>
                    <a:pt x="1587594" y="360801"/>
                    <a:pt x="1556106" y="373844"/>
                    <a:pt x="1523273" y="373844"/>
                  </a:cubicBezTo>
                  <a:lnTo>
                    <a:pt x="123797" y="373844"/>
                  </a:lnTo>
                  <a:cubicBezTo>
                    <a:pt x="90964" y="373844"/>
                    <a:pt x="59476" y="360801"/>
                    <a:pt x="36259" y="337585"/>
                  </a:cubicBezTo>
                  <a:cubicBezTo>
                    <a:pt x="13043" y="314368"/>
                    <a:pt x="0" y="282880"/>
                    <a:pt x="0" y="250047"/>
                  </a:cubicBezTo>
                  <a:lnTo>
                    <a:pt x="0" y="123797"/>
                  </a:lnTo>
                  <a:cubicBezTo>
                    <a:pt x="0" y="90964"/>
                    <a:pt x="13043" y="59476"/>
                    <a:pt x="36259" y="36259"/>
                  </a:cubicBezTo>
                  <a:cubicBezTo>
                    <a:pt x="59476" y="13043"/>
                    <a:pt x="90964" y="0"/>
                    <a:pt x="123797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647070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5901815"/>
            <a:ext cx="6396226" cy="1419440"/>
            <a:chOff x="0" y="0"/>
            <a:chExt cx="1684603" cy="3738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977694" y="978354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76025" y="4603605"/>
            <a:ext cx="5183498" cy="33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Falta de h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erramientas digitales accesibles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77694" y="6408021"/>
            <a:ext cx="5092340" cy="33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Descon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exión entre la consulta y el hogar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76025" y="8141214"/>
            <a:ext cx="4778582" cy="64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Falta de acceso 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económico para personas de bajos recursos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86941" y="4319040"/>
            <a:ext cx="4535868" cy="64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Cr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ear una aplicación móvil gratuita y accesible 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02836" y="6197598"/>
            <a:ext cx="3904077" cy="64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Con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exión directa entre paciente y kinesiólogo 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76284" y="8243579"/>
            <a:ext cx="4346525" cy="33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Reducción de barr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eras económicas</a:t>
            </a:r>
          </a:p>
        </p:txBody>
      </p: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732" y="2603339"/>
            <a:ext cx="9231469" cy="195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9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Objetivo</a:t>
            </a:r>
            <a:r>
              <a:rPr lang="en-US" sz="6500">
                <a:solidFill>
                  <a:srgbClr val="F66C02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General</a:t>
            </a:r>
          </a:p>
          <a:p>
            <a:pPr algn="l">
              <a:lnSpc>
                <a:spcPts val="7475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02358" y="-1220011"/>
            <a:ext cx="13104772" cy="13104772"/>
          </a:xfrm>
          <a:custGeom>
            <a:avLst/>
            <a:gdLst/>
            <a:ahLst/>
            <a:cxnLst/>
            <a:rect r="r" b="b" t="t" l="l"/>
            <a:pathLst>
              <a:path h="13104772" w="13104772">
                <a:moveTo>
                  <a:pt x="0" y="0"/>
                </a:moveTo>
                <a:lnTo>
                  <a:pt x="13104773" y="0"/>
                </a:lnTo>
                <a:lnTo>
                  <a:pt x="13104773" y="13104772"/>
                </a:lnTo>
                <a:lnTo>
                  <a:pt x="0" y="1310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015651"/>
            <a:ext cx="6396226" cy="1419440"/>
            <a:chOff x="0" y="0"/>
            <a:chExt cx="1684603" cy="373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  <a:r>
                <a:rPr lang="en-US" sz="1864">
                  <a:solidFill>
                    <a:srgbClr val="FFFFFF"/>
                  </a:solidFill>
                  <a:latin typeface="Aran Wide"/>
                  <a:ea typeface="Aran Wide"/>
                  <a:cs typeface="Aran Wide"/>
                  <a:sym typeface="Aran Wide"/>
                </a:rPr>
                <a:t>Crear aplicación móvil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7730830"/>
            <a:ext cx="6396226" cy="1419440"/>
            <a:chOff x="0" y="0"/>
            <a:chExt cx="1684603" cy="3738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202466" y="-1365536"/>
            <a:ext cx="2731072" cy="27310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5655" y="8652133"/>
            <a:ext cx="4398644" cy="4548638"/>
            <a:chOff x="0" y="0"/>
            <a:chExt cx="1394775" cy="14423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4775" cy="1442336"/>
            </a:xfrm>
            <a:custGeom>
              <a:avLst/>
              <a:gdLst/>
              <a:ahLst/>
              <a:cxnLst/>
              <a:rect r="r" b="b" t="t" l="l"/>
              <a:pathLst>
                <a:path h="1442336" w="1394775">
                  <a:moveTo>
                    <a:pt x="697387" y="0"/>
                  </a:moveTo>
                  <a:lnTo>
                    <a:pt x="1394775" y="721168"/>
                  </a:lnTo>
                  <a:lnTo>
                    <a:pt x="697387" y="1442336"/>
                  </a:lnTo>
                  <a:lnTo>
                    <a:pt x="0" y="721168"/>
                  </a:lnTo>
                  <a:lnTo>
                    <a:pt x="69738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239727" y="219327"/>
              <a:ext cx="915321" cy="975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33538" y="854197"/>
            <a:ext cx="1131439" cy="11314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36033" y="120273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199"/>
                </a:lnTo>
                <a:lnTo>
                  <a:pt x="0" y="24481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116821" y="3912936"/>
            <a:ext cx="6253719" cy="1419440"/>
            <a:chOff x="0" y="0"/>
            <a:chExt cx="1647070" cy="373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7070" cy="373844"/>
            </a:xfrm>
            <a:custGeom>
              <a:avLst/>
              <a:gdLst/>
              <a:ahLst/>
              <a:cxnLst/>
              <a:rect r="r" b="b" t="t" l="l"/>
              <a:pathLst>
                <a:path h="373844" w="1647070">
                  <a:moveTo>
                    <a:pt x="123797" y="0"/>
                  </a:moveTo>
                  <a:lnTo>
                    <a:pt x="1523273" y="0"/>
                  </a:lnTo>
                  <a:cubicBezTo>
                    <a:pt x="1556106" y="0"/>
                    <a:pt x="1587594" y="13043"/>
                    <a:pt x="1610811" y="36259"/>
                  </a:cubicBezTo>
                  <a:cubicBezTo>
                    <a:pt x="1634027" y="59476"/>
                    <a:pt x="1647070" y="90964"/>
                    <a:pt x="1647070" y="123797"/>
                  </a:cubicBezTo>
                  <a:lnTo>
                    <a:pt x="1647070" y="250047"/>
                  </a:lnTo>
                  <a:cubicBezTo>
                    <a:pt x="1647070" y="282880"/>
                    <a:pt x="1634027" y="314368"/>
                    <a:pt x="1610811" y="337585"/>
                  </a:cubicBezTo>
                  <a:cubicBezTo>
                    <a:pt x="1587594" y="360801"/>
                    <a:pt x="1556106" y="373844"/>
                    <a:pt x="1523273" y="373844"/>
                  </a:cubicBezTo>
                  <a:lnTo>
                    <a:pt x="123797" y="373844"/>
                  </a:lnTo>
                  <a:cubicBezTo>
                    <a:pt x="90964" y="373844"/>
                    <a:pt x="59476" y="360801"/>
                    <a:pt x="36259" y="337585"/>
                  </a:cubicBezTo>
                  <a:cubicBezTo>
                    <a:pt x="13043" y="314368"/>
                    <a:pt x="0" y="282880"/>
                    <a:pt x="0" y="250047"/>
                  </a:cubicBezTo>
                  <a:lnTo>
                    <a:pt x="0" y="123797"/>
                  </a:lnTo>
                  <a:cubicBezTo>
                    <a:pt x="0" y="90964"/>
                    <a:pt x="13043" y="59476"/>
                    <a:pt x="36259" y="36259"/>
                  </a:cubicBezTo>
                  <a:cubicBezTo>
                    <a:pt x="59476" y="13043"/>
                    <a:pt x="90964" y="0"/>
                    <a:pt x="123797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647070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16821" y="5821883"/>
            <a:ext cx="6253719" cy="1419440"/>
            <a:chOff x="0" y="0"/>
            <a:chExt cx="1647070" cy="3738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7070" cy="373844"/>
            </a:xfrm>
            <a:custGeom>
              <a:avLst/>
              <a:gdLst/>
              <a:ahLst/>
              <a:cxnLst/>
              <a:rect r="r" b="b" t="t" l="l"/>
              <a:pathLst>
                <a:path h="373844" w="1647070">
                  <a:moveTo>
                    <a:pt x="123797" y="0"/>
                  </a:moveTo>
                  <a:lnTo>
                    <a:pt x="1523273" y="0"/>
                  </a:lnTo>
                  <a:cubicBezTo>
                    <a:pt x="1556106" y="0"/>
                    <a:pt x="1587594" y="13043"/>
                    <a:pt x="1610811" y="36259"/>
                  </a:cubicBezTo>
                  <a:cubicBezTo>
                    <a:pt x="1634027" y="59476"/>
                    <a:pt x="1647070" y="90964"/>
                    <a:pt x="1647070" y="123797"/>
                  </a:cubicBezTo>
                  <a:lnTo>
                    <a:pt x="1647070" y="250047"/>
                  </a:lnTo>
                  <a:cubicBezTo>
                    <a:pt x="1647070" y="282880"/>
                    <a:pt x="1634027" y="314368"/>
                    <a:pt x="1610811" y="337585"/>
                  </a:cubicBezTo>
                  <a:cubicBezTo>
                    <a:pt x="1587594" y="360801"/>
                    <a:pt x="1556106" y="373844"/>
                    <a:pt x="1523273" y="373844"/>
                  </a:cubicBezTo>
                  <a:lnTo>
                    <a:pt x="123797" y="373844"/>
                  </a:lnTo>
                  <a:cubicBezTo>
                    <a:pt x="90964" y="373844"/>
                    <a:pt x="59476" y="360801"/>
                    <a:pt x="36259" y="337585"/>
                  </a:cubicBezTo>
                  <a:cubicBezTo>
                    <a:pt x="13043" y="314368"/>
                    <a:pt x="0" y="282880"/>
                    <a:pt x="0" y="250047"/>
                  </a:cubicBezTo>
                  <a:lnTo>
                    <a:pt x="0" y="123797"/>
                  </a:lnTo>
                  <a:cubicBezTo>
                    <a:pt x="0" y="90964"/>
                    <a:pt x="13043" y="59476"/>
                    <a:pt x="36259" y="36259"/>
                  </a:cubicBezTo>
                  <a:cubicBezTo>
                    <a:pt x="59476" y="13043"/>
                    <a:pt x="90964" y="0"/>
                    <a:pt x="123797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647070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16821" y="7730830"/>
            <a:ext cx="6253719" cy="1419440"/>
            <a:chOff x="0" y="0"/>
            <a:chExt cx="1647070" cy="3738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070" cy="373844"/>
            </a:xfrm>
            <a:custGeom>
              <a:avLst/>
              <a:gdLst/>
              <a:ahLst/>
              <a:cxnLst/>
              <a:rect r="r" b="b" t="t" l="l"/>
              <a:pathLst>
                <a:path h="373844" w="1647070">
                  <a:moveTo>
                    <a:pt x="123797" y="0"/>
                  </a:moveTo>
                  <a:lnTo>
                    <a:pt x="1523273" y="0"/>
                  </a:lnTo>
                  <a:cubicBezTo>
                    <a:pt x="1556106" y="0"/>
                    <a:pt x="1587594" y="13043"/>
                    <a:pt x="1610811" y="36259"/>
                  </a:cubicBezTo>
                  <a:cubicBezTo>
                    <a:pt x="1634027" y="59476"/>
                    <a:pt x="1647070" y="90964"/>
                    <a:pt x="1647070" y="123797"/>
                  </a:cubicBezTo>
                  <a:lnTo>
                    <a:pt x="1647070" y="250047"/>
                  </a:lnTo>
                  <a:cubicBezTo>
                    <a:pt x="1647070" y="282880"/>
                    <a:pt x="1634027" y="314368"/>
                    <a:pt x="1610811" y="337585"/>
                  </a:cubicBezTo>
                  <a:cubicBezTo>
                    <a:pt x="1587594" y="360801"/>
                    <a:pt x="1556106" y="373844"/>
                    <a:pt x="1523273" y="373844"/>
                  </a:cubicBezTo>
                  <a:lnTo>
                    <a:pt x="123797" y="373844"/>
                  </a:lnTo>
                  <a:cubicBezTo>
                    <a:pt x="90964" y="373844"/>
                    <a:pt x="59476" y="360801"/>
                    <a:pt x="36259" y="337585"/>
                  </a:cubicBezTo>
                  <a:cubicBezTo>
                    <a:pt x="13043" y="314368"/>
                    <a:pt x="0" y="282880"/>
                    <a:pt x="0" y="250047"/>
                  </a:cubicBezTo>
                  <a:lnTo>
                    <a:pt x="0" y="123797"/>
                  </a:lnTo>
                  <a:cubicBezTo>
                    <a:pt x="0" y="90964"/>
                    <a:pt x="13043" y="59476"/>
                    <a:pt x="36259" y="36259"/>
                  </a:cubicBezTo>
                  <a:cubicBezTo>
                    <a:pt x="59476" y="13043"/>
                    <a:pt x="90964" y="0"/>
                    <a:pt x="123797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647070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27946" y="2382215"/>
            <a:ext cx="9231469" cy="195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9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Objetivo</a:t>
            </a:r>
            <a:r>
              <a:rPr lang="en-US" sz="6500">
                <a:solidFill>
                  <a:srgbClr val="F66C02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Especifico</a:t>
            </a:r>
          </a:p>
          <a:p>
            <a:pPr algn="l">
              <a:lnSpc>
                <a:spcPts val="7475"/>
              </a:lnSpc>
            </a:pP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1551979" y="4086829"/>
            <a:ext cx="628272" cy="944770"/>
          </a:xfrm>
          <a:prstGeom prst="rect">
            <a:avLst/>
          </a:prstGeom>
        </p:spPr>
      </p:pic>
      <p:sp>
        <p:nvSpPr>
          <p:cNvPr name="Freeform 32" id="32"/>
          <p:cNvSpPr/>
          <p:nvPr/>
        </p:nvSpPr>
        <p:spPr>
          <a:xfrm flipH="false" flipV="false" rot="0">
            <a:off x="1499894" y="4197081"/>
            <a:ext cx="639710" cy="1056578"/>
          </a:xfrm>
          <a:custGeom>
            <a:avLst/>
            <a:gdLst/>
            <a:ahLst/>
            <a:cxnLst/>
            <a:rect r="r" b="b" t="t" l="l"/>
            <a:pathLst>
              <a:path h="1056578" w="639710">
                <a:moveTo>
                  <a:pt x="0" y="0"/>
                </a:moveTo>
                <a:lnTo>
                  <a:pt x="639710" y="0"/>
                </a:lnTo>
                <a:lnTo>
                  <a:pt x="639710" y="1056579"/>
                </a:lnTo>
                <a:lnTo>
                  <a:pt x="0" y="1056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8961" y="8056357"/>
            <a:ext cx="981575" cy="879848"/>
          </a:xfrm>
          <a:custGeom>
            <a:avLst/>
            <a:gdLst/>
            <a:ahLst/>
            <a:cxnLst/>
            <a:rect r="r" b="b" t="t" l="l"/>
            <a:pathLst>
              <a:path h="879848" w="981575">
                <a:moveTo>
                  <a:pt x="0" y="0"/>
                </a:moveTo>
                <a:lnTo>
                  <a:pt x="981575" y="0"/>
                </a:lnTo>
                <a:lnTo>
                  <a:pt x="981575" y="879848"/>
                </a:lnTo>
                <a:lnTo>
                  <a:pt x="0" y="87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28700" y="5901815"/>
            <a:ext cx="6396226" cy="1419440"/>
            <a:chOff x="0" y="0"/>
            <a:chExt cx="1684603" cy="3738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381929" y="6141247"/>
            <a:ext cx="989442" cy="984046"/>
          </a:xfrm>
          <a:custGeom>
            <a:avLst/>
            <a:gdLst/>
            <a:ahLst/>
            <a:cxnLst/>
            <a:rect r="r" b="b" t="t" l="l"/>
            <a:pathLst>
              <a:path h="984046" w="989442">
                <a:moveTo>
                  <a:pt x="0" y="0"/>
                </a:moveTo>
                <a:lnTo>
                  <a:pt x="989442" y="0"/>
                </a:lnTo>
                <a:lnTo>
                  <a:pt x="989442" y="984046"/>
                </a:lnTo>
                <a:lnTo>
                  <a:pt x="0" y="9840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481779" y="4227075"/>
            <a:ext cx="4535868" cy="64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Impl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ementar autenticación segura</a:t>
            </a:r>
          </a:p>
          <a:p>
            <a:pPr algn="ctr">
              <a:lnSpc>
                <a:spcPts val="2498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2074880" y="8079522"/>
            <a:ext cx="5184420" cy="95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Diseñar 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el módulo de plan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es de rehabilitación</a:t>
            </a:r>
          </a:p>
          <a:p>
            <a:pPr algn="ctr">
              <a:lnSpc>
                <a:spcPts val="2498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977694" y="978354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02836" y="6122197"/>
            <a:ext cx="3904077" cy="95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Cr</a:t>
            </a: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ear un sistema de gestión de citas</a:t>
            </a:r>
          </a:p>
          <a:p>
            <a:pPr algn="ctr">
              <a:lnSpc>
                <a:spcPts val="2498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2139604" y="6436634"/>
            <a:ext cx="4535868" cy="33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Crear interfaz intuitiva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95753" y="8321380"/>
            <a:ext cx="4535868" cy="33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Aran Wide"/>
                <a:ea typeface="Aran Wide"/>
                <a:cs typeface="Aran Wide"/>
                <a:sym typeface="Aran Wide"/>
              </a:rPr>
              <a:t>Llevar recuperación al hogar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017647" y="54381"/>
            <a:ext cx="2731072" cy="273107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6" id="46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8139" y="2956463"/>
            <a:ext cx="7088196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Alcance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38215" y="8359829"/>
            <a:ext cx="426612" cy="426612"/>
          </a:xfrm>
          <a:custGeom>
            <a:avLst/>
            <a:gdLst/>
            <a:ahLst/>
            <a:cxnLst/>
            <a:rect r="r" b="b" t="t" l="l"/>
            <a:pathLst>
              <a:path h="426612" w="426612">
                <a:moveTo>
                  <a:pt x="0" y="0"/>
                </a:moveTo>
                <a:lnTo>
                  <a:pt x="426612" y="0"/>
                </a:lnTo>
                <a:lnTo>
                  <a:pt x="426612" y="426612"/>
                </a:lnTo>
                <a:lnTo>
                  <a:pt x="0" y="426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23769" y="-1460127"/>
            <a:ext cx="4120269" cy="41202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42556" y="832329"/>
            <a:ext cx="3073695" cy="3039246"/>
            <a:chOff x="0" y="0"/>
            <a:chExt cx="82201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013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13">
                  <a:moveTo>
                    <a:pt x="411006" y="0"/>
                  </a:moveTo>
                  <a:lnTo>
                    <a:pt x="822013" y="406400"/>
                  </a:lnTo>
                  <a:lnTo>
                    <a:pt x="411006" y="812800"/>
                  </a:lnTo>
                  <a:lnTo>
                    <a:pt x="0" y="406400"/>
                  </a:lnTo>
                  <a:lnTo>
                    <a:pt x="41100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41283" y="111125"/>
              <a:ext cx="53944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43833" y="1581268"/>
            <a:ext cx="816775" cy="8167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47613" y="832329"/>
            <a:ext cx="729710" cy="721532"/>
            <a:chOff x="0" y="0"/>
            <a:chExt cx="822013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013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13">
                  <a:moveTo>
                    <a:pt x="411006" y="0"/>
                  </a:moveTo>
                  <a:lnTo>
                    <a:pt x="822013" y="406400"/>
                  </a:lnTo>
                  <a:lnTo>
                    <a:pt x="411006" y="812800"/>
                  </a:lnTo>
                  <a:lnTo>
                    <a:pt x="0" y="406400"/>
                  </a:lnTo>
                  <a:lnTo>
                    <a:pt x="411006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41283" y="111125"/>
              <a:ext cx="53944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67509" y="803812"/>
            <a:ext cx="1891773" cy="189177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6C02">
                <a:alpha val="23922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76568" y="2915047"/>
            <a:ext cx="1605671" cy="1587675"/>
            <a:chOff x="0" y="0"/>
            <a:chExt cx="822013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013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13">
                  <a:moveTo>
                    <a:pt x="411006" y="0"/>
                  </a:moveTo>
                  <a:lnTo>
                    <a:pt x="822013" y="406400"/>
                  </a:lnTo>
                  <a:lnTo>
                    <a:pt x="411006" y="812800"/>
                  </a:lnTo>
                  <a:lnTo>
                    <a:pt x="0" y="406400"/>
                  </a:lnTo>
                  <a:lnTo>
                    <a:pt x="411006" y="0"/>
                  </a:lnTo>
                  <a:close/>
                </a:path>
              </a:pathLst>
            </a:custGeom>
            <a:solidFill>
              <a:srgbClr val="F66C02">
                <a:alpha val="2392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41283" y="111125"/>
              <a:ext cx="53944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811361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200"/>
                </a:lnTo>
                <a:lnTo>
                  <a:pt x="0" y="2448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57453" y="1552693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8700" y="4164668"/>
            <a:ext cx="6396226" cy="1419440"/>
            <a:chOff x="0" y="0"/>
            <a:chExt cx="1684603" cy="3738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34250" y="4618916"/>
            <a:ext cx="4609207" cy="47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Des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arrollo de Pl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ataforma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28700" y="6671054"/>
            <a:ext cx="6396226" cy="1267040"/>
            <a:chOff x="0" y="0"/>
            <a:chExt cx="1684603" cy="3337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41195" y="7049218"/>
            <a:ext cx="5395317" cy="47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Funci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onalidades Ter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apéuticas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08338" y="2848406"/>
            <a:ext cx="6396226" cy="1267040"/>
            <a:chOff x="0" y="0"/>
            <a:chExt cx="1684603" cy="3337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8338" y="5302214"/>
            <a:ext cx="6396226" cy="1267040"/>
            <a:chOff x="0" y="0"/>
            <a:chExt cx="1684603" cy="3337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08338" y="7756022"/>
            <a:ext cx="6396226" cy="1267040"/>
            <a:chOff x="0" y="0"/>
            <a:chExt cx="1684603" cy="3337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923639" y="3226570"/>
            <a:ext cx="3565624" cy="47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Gestión P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rofesi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onal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17043" y="5681948"/>
            <a:ext cx="3231654" cy="47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Objetiv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 de Salud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036972" y="8134186"/>
            <a:ext cx="3338959" cy="47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Accesibi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lid</a:t>
            </a: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ad y UX</a:t>
            </a:r>
          </a:p>
        </p:txBody>
      </p: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7693" y="2133816"/>
            <a:ext cx="812619" cy="812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89270" y="7402011"/>
            <a:ext cx="812619" cy="8126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73770" y="1824322"/>
            <a:ext cx="13577229" cy="7845651"/>
          </a:xfrm>
          <a:custGeom>
            <a:avLst/>
            <a:gdLst/>
            <a:ahLst/>
            <a:cxnLst/>
            <a:rect r="r" b="b" t="t" l="l"/>
            <a:pathLst>
              <a:path h="7845651" w="13577229">
                <a:moveTo>
                  <a:pt x="0" y="0"/>
                </a:moveTo>
                <a:lnTo>
                  <a:pt x="13577229" y="0"/>
                </a:lnTo>
                <a:lnTo>
                  <a:pt x="13577229" y="7845651"/>
                </a:lnTo>
                <a:lnTo>
                  <a:pt x="0" y="7845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242" r="0" b="-6242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10482" y="8888983"/>
            <a:ext cx="3449760" cy="344976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20895" y="-836411"/>
            <a:ext cx="3449760" cy="344976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822852" y="158966"/>
            <a:ext cx="7598043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B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Metodología</a:t>
            </a:r>
            <a:r>
              <a:rPr lang="en-US" sz="65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</a:t>
            </a:r>
            <a:r>
              <a:rPr lang="en-US" sz="6500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utilizada: SCRUM </a:t>
            </a:r>
          </a:p>
        </p:txBody>
      </p: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9405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200"/>
                </a:lnTo>
                <a:lnTo>
                  <a:pt x="0" y="244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5722" y="782786"/>
            <a:ext cx="5756555" cy="101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Cronograma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57453" y="820737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2657453" y="5384836"/>
            <a:ext cx="1390800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-10800000">
            <a:off x="3441105" y="2165164"/>
            <a:ext cx="2450783" cy="24507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4666496" y="4615946"/>
            <a:ext cx="0" cy="816928"/>
          </a:xfrm>
          <a:prstGeom prst="line">
            <a:avLst/>
          </a:prstGeom>
          <a:ln cap="flat" w="28575">
            <a:gradFill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32062" y="6201764"/>
            <a:ext cx="2450783" cy="245078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C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89767" y="7038154"/>
            <a:ext cx="2335371" cy="654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10/09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Inicio del proyecto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2657453" y="5384836"/>
            <a:ext cx="0" cy="816928"/>
          </a:xfrm>
          <a:prstGeom prst="line">
            <a:avLst/>
          </a:prstGeom>
          <a:ln cap="flat" w="28575">
            <a:solidFill>
              <a:srgbClr val="00B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3852426" y="3048989"/>
            <a:ext cx="1628140" cy="96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24/09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Presentacion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 mockup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340067" y="6201764"/>
            <a:ext cx="2450783" cy="245078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CF7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65459" y="5384836"/>
            <a:ext cx="0" cy="816928"/>
          </a:xfrm>
          <a:prstGeom prst="line">
            <a:avLst/>
          </a:prstGeom>
          <a:ln cap="flat" w="28575">
            <a:solidFill>
              <a:srgbClr val="01CF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5888707" y="7038154"/>
            <a:ext cx="1353503" cy="128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19/11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Cierre del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 desarrollo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00378" y="6201764"/>
            <a:ext cx="2450783" cy="245078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C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6525769" y="5384836"/>
            <a:ext cx="0" cy="816928"/>
          </a:xfrm>
          <a:prstGeom prst="line">
            <a:avLst/>
          </a:prstGeom>
          <a:ln cap="flat" w="28575">
            <a:solidFill>
              <a:srgbClr val="00BC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-10800000">
            <a:off x="7473507" y="2165164"/>
            <a:ext cx="2450783" cy="245078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H="true">
            <a:off x="8698898" y="4615946"/>
            <a:ext cx="0" cy="816928"/>
          </a:xfrm>
          <a:prstGeom prst="line">
            <a:avLst/>
          </a:prstGeom>
          <a:ln cap="flat" w="28575">
            <a:gradFill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5346574" y="6832954"/>
            <a:ext cx="2358390" cy="96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8/10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Sistema de rutinas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7599554" y="2707068"/>
            <a:ext cx="2106295" cy="128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15/10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Sistema de 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solicitud de citas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9711337" y="6201764"/>
            <a:ext cx="2450783" cy="245078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C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 flipV="true">
            <a:off x="10936728" y="5384836"/>
            <a:ext cx="0" cy="816928"/>
          </a:xfrm>
          <a:prstGeom prst="line">
            <a:avLst/>
          </a:prstGeom>
          <a:ln cap="flat" w="28575">
            <a:solidFill>
              <a:srgbClr val="00B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0171871" y="6725162"/>
            <a:ext cx="1529715" cy="159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22/10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Integración 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de pago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con Stripe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-10800000">
            <a:off x="11722541" y="2117126"/>
            <a:ext cx="2450783" cy="2450783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 flipH="true">
            <a:off x="12947932" y="4567909"/>
            <a:ext cx="0" cy="816928"/>
          </a:xfrm>
          <a:prstGeom prst="line">
            <a:avLst/>
          </a:prstGeom>
          <a:ln cap="flat" w="28575">
            <a:gradFill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1945029" y="2659031"/>
            <a:ext cx="1913414" cy="159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24/10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Pagina de 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verificación de </a:t>
            </a:r>
          </a:p>
          <a:p>
            <a:pPr algn="ctr">
              <a:lnSpc>
                <a:spcPts val="2541"/>
              </a:lnSpc>
            </a:pPr>
            <a:r>
              <a:rPr lang="en-US" sz="2100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Kinesiologo</a:t>
            </a:r>
          </a:p>
          <a:p>
            <a:pPr algn="ctr">
              <a:lnSpc>
                <a:spcPts val="254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7693" y="2133816"/>
            <a:ext cx="812619" cy="812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89270" y="7402011"/>
            <a:ext cx="812619" cy="8126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710482" y="8888983"/>
            <a:ext cx="3449760" cy="34497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20895" y="-836411"/>
            <a:ext cx="3449760" cy="34497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085096" y="2124291"/>
            <a:ext cx="11433586" cy="7873639"/>
          </a:xfrm>
          <a:custGeom>
            <a:avLst/>
            <a:gdLst/>
            <a:ahLst/>
            <a:cxnLst/>
            <a:rect r="r" b="b" t="t" l="l"/>
            <a:pathLst>
              <a:path h="7873639" w="11433586">
                <a:moveTo>
                  <a:pt x="0" y="0"/>
                </a:moveTo>
                <a:lnTo>
                  <a:pt x="11433586" y="0"/>
                </a:lnTo>
                <a:lnTo>
                  <a:pt x="11433586" y="7873638"/>
                </a:lnTo>
                <a:lnTo>
                  <a:pt x="0" y="7873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38" t="-4212" r="0" b="-421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822852" y="158966"/>
            <a:ext cx="7598043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B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Arquitectura del</a:t>
            </a:r>
            <a:r>
              <a:rPr lang="en-US" sz="65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</a:t>
            </a:r>
            <a:r>
              <a:rPr lang="en-US" sz="6500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proyecto</a:t>
            </a:r>
          </a:p>
        </p:txBody>
      </p: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7693" y="2133816"/>
            <a:ext cx="812619" cy="812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89270" y="7402011"/>
            <a:ext cx="812619" cy="8126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710482" y="8888983"/>
            <a:ext cx="3449760" cy="34497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20895" y="-836411"/>
            <a:ext cx="3449760" cy="34497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47700" y="2613349"/>
            <a:ext cx="13708378" cy="6911307"/>
          </a:xfrm>
          <a:custGeom>
            <a:avLst/>
            <a:gdLst/>
            <a:ahLst/>
            <a:cxnLst/>
            <a:rect r="r" b="b" t="t" l="l"/>
            <a:pathLst>
              <a:path h="6911307" w="13708378">
                <a:moveTo>
                  <a:pt x="0" y="0"/>
                </a:moveTo>
                <a:lnTo>
                  <a:pt x="13708378" y="0"/>
                </a:lnTo>
                <a:lnTo>
                  <a:pt x="13708378" y="6911307"/>
                </a:lnTo>
                <a:lnTo>
                  <a:pt x="0" y="6911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02868" y="1120953"/>
            <a:ext cx="7598043" cy="101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4BA4D6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Base de datos</a:t>
            </a:r>
          </a:p>
        </p:txBody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2194" y="1403601"/>
            <a:ext cx="9393780" cy="7479798"/>
          </a:xfrm>
          <a:custGeom>
            <a:avLst/>
            <a:gdLst/>
            <a:ahLst/>
            <a:cxnLst/>
            <a:rect r="r" b="b" t="t" l="l"/>
            <a:pathLst>
              <a:path h="7479798" w="9393780">
                <a:moveTo>
                  <a:pt x="0" y="0"/>
                </a:moveTo>
                <a:lnTo>
                  <a:pt x="9393780" y="0"/>
                </a:lnTo>
                <a:lnTo>
                  <a:pt x="9393780" y="7479798"/>
                </a:lnTo>
                <a:lnTo>
                  <a:pt x="0" y="747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956079" y="7741719"/>
            <a:ext cx="11822380" cy="3103375"/>
          </a:xfrm>
          <a:custGeom>
            <a:avLst/>
            <a:gdLst/>
            <a:ahLst/>
            <a:cxnLst/>
            <a:rect r="r" b="b" t="t" l="l"/>
            <a:pathLst>
              <a:path h="3103375" w="11822380">
                <a:moveTo>
                  <a:pt x="0" y="3103374"/>
                </a:moveTo>
                <a:lnTo>
                  <a:pt x="11822380" y="3103374"/>
                </a:lnTo>
                <a:lnTo>
                  <a:pt x="11822380" y="0"/>
                </a:lnTo>
                <a:lnTo>
                  <a:pt x="0" y="0"/>
                </a:lnTo>
                <a:lnTo>
                  <a:pt x="0" y="3103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5728" y="2843532"/>
            <a:ext cx="4915717" cy="289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Tecnologias</a:t>
            </a:r>
            <a:r>
              <a:rPr lang="en-US" sz="6500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utilizadas</a:t>
            </a:r>
          </a:p>
          <a:p>
            <a:pPr algn="l">
              <a:lnSpc>
                <a:spcPts val="747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11361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200"/>
                </a:lnTo>
                <a:lnTo>
                  <a:pt x="0" y="2448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88131" y="1795261"/>
            <a:ext cx="1264182" cy="1264182"/>
          </a:xfrm>
          <a:custGeom>
            <a:avLst/>
            <a:gdLst/>
            <a:ahLst/>
            <a:cxnLst/>
            <a:rect r="r" b="b" t="t" l="l"/>
            <a:pathLst>
              <a:path h="1264182" w="1264182">
                <a:moveTo>
                  <a:pt x="0" y="0"/>
                </a:moveTo>
                <a:lnTo>
                  <a:pt x="1264183" y="0"/>
                </a:lnTo>
                <a:lnTo>
                  <a:pt x="1264183" y="1264182"/>
                </a:lnTo>
                <a:lnTo>
                  <a:pt x="0" y="12641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8864" y="3498701"/>
            <a:ext cx="1478626" cy="1478626"/>
          </a:xfrm>
          <a:custGeom>
            <a:avLst/>
            <a:gdLst/>
            <a:ahLst/>
            <a:cxnLst/>
            <a:rect r="r" b="b" t="t" l="l"/>
            <a:pathLst>
              <a:path h="1478626" w="1478626">
                <a:moveTo>
                  <a:pt x="0" y="0"/>
                </a:moveTo>
                <a:lnTo>
                  <a:pt x="1478626" y="0"/>
                </a:lnTo>
                <a:lnTo>
                  <a:pt x="1478626" y="1478626"/>
                </a:lnTo>
                <a:lnTo>
                  <a:pt x="0" y="1478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32738" y="5371144"/>
            <a:ext cx="1347538" cy="1347538"/>
          </a:xfrm>
          <a:custGeom>
            <a:avLst/>
            <a:gdLst/>
            <a:ahLst/>
            <a:cxnLst/>
            <a:rect r="r" b="b" t="t" l="l"/>
            <a:pathLst>
              <a:path h="1347538" w="1347538">
                <a:moveTo>
                  <a:pt x="0" y="0"/>
                </a:moveTo>
                <a:lnTo>
                  <a:pt x="1347538" y="0"/>
                </a:lnTo>
                <a:lnTo>
                  <a:pt x="1347538" y="1347538"/>
                </a:lnTo>
                <a:lnTo>
                  <a:pt x="0" y="13475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61757" y="7317673"/>
            <a:ext cx="1087327" cy="1087327"/>
          </a:xfrm>
          <a:custGeom>
            <a:avLst/>
            <a:gdLst/>
            <a:ahLst/>
            <a:cxnLst/>
            <a:rect r="r" b="b" t="t" l="l"/>
            <a:pathLst>
              <a:path h="1087327" w="1087327">
                <a:moveTo>
                  <a:pt x="0" y="0"/>
                </a:moveTo>
                <a:lnTo>
                  <a:pt x="1087327" y="0"/>
                </a:lnTo>
                <a:lnTo>
                  <a:pt x="1087327" y="1087327"/>
                </a:lnTo>
                <a:lnTo>
                  <a:pt x="0" y="1087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18714" y="2095565"/>
            <a:ext cx="368756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FLUTTER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62497" y="5754499"/>
            <a:ext cx="41837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SUPABASE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5540" y="7549535"/>
            <a:ext cx="328426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 JAVASCRIPT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57453" y="1552693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60107" y="3878894"/>
            <a:ext cx="368756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FIREBASE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6776" y="1403601"/>
            <a:ext cx="9393780" cy="7479798"/>
          </a:xfrm>
          <a:custGeom>
            <a:avLst/>
            <a:gdLst/>
            <a:ahLst/>
            <a:cxnLst/>
            <a:rect r="r" b="b" t="t" l="l"/>
            <a:pathLst>
              <a:path h="7479798" w="9393780">
                <a:moveTo>
                  <a:pt x="0" y="0"/>
                </a:moveTo>
                <a:lnTo>
                  <a:pt x="9393781" y="0"/>
                </a:lnTo>
                <a:lnTo>
                  <a:pt x="9393781" y="7479798"/>
                </a:lnTo>
                <a:lnTo>
                  <a:pt x="0" y="747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956079" y="7741719"/>
            <a:ext cx="11822380" cy="3103375"/>
          </a:xfrm>
          <a:custGeom>
            <a:avLst/>
            <a:gdLst/>
            <a:ahLst/>
            <a:cxnLst/>
            <a:rect r="r" b="b" t="t" l="l"/>
            <a:pathLst>
              <a:path h="3103375" w="11822380">
                <a:moveTo>
                  <a:pt x="0" y="3103374"/>
                </a:moveTo>
                <a:lnTo>
                  <a:pt x="11822380" y="3103374"/>
                </a:lnTo>
                <a:lnTo>
                  <a:pt x="11822380" y="0"/>
                </a:lnTo>
                <a:lnTo>
                  <a:pt x="0" y="0"/>
                </a:lnTo>
                <a:lnTo>
                  <a:pt x="0" y="3103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76113"/>
            <a:ext cx="5362745" cy="279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Herramientas</a:t>
            </a:r>
          </a:p>
          <a:p>
            <a:pPr algn="l">
              <a:lnSpc>
                <a:spcPts val="6900"/>
              </a:lnSpc>
            </a:pPr>
            <a:r>
              <a:rPr lang="en-US" sz="6000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utilizadas</a:t>
            </a:r>
          </a:p>
          <a:p>
            <a:pPr algn="l">
              <a:lnSpc>
                <a:spcPts val="747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11361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200"/>
                </a:lnTo>
                <a:lnTo>
                  <a:pt x="0" y="2448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12714" y="1795261"/>
            <a:ext cx="1264182" cy="1264182"/>
          </a:xfrm>
          <a:custGeom>
            <a:avLst/>
            <a:gdLst/>
            <a:ahLst/>
            <a:cxnLst/>
            <a:rect r="r" b="b" t="t" l="l"/>
            <a:pathLst>
              <a:path h="1264182" w="1264182">
                <a:moveTo>
                  <a:pt x="0" y="0"/>
                </a:moveTo>
                <a:lnTo>
                  <a:pt x="1264182" y="0"/>
                </a:lnTo>
                <a:lnTo>
                  <a:pt x="1264182" y="1264182"/>
                </a:lnTo>
                <a:lnTo>
                  <a:pt x="0" y="12641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26239" y="3551493"/>
            <a:ext cx="1425833" cy="1425833"/>
          </a:xfrm>
          <a:custGeom>
            <a:avLst/>
            <a:gdLst/>
            <a:ahLst/>
            <a:cxnLst/>
            <a:rect r="r" b="b" t="t" l="l"/>
            <a:pathLst>
              <a:path h="1425833" w="1425833">
                <a:moveTo>
                  <a:pt x="0" y="0"/>
                </a:moveTo>
                <a:lnTo>
                  <a:pt x="1425833" y="0"/>
                </a:lnTo>
                <a:lnTo>
                  <a:pt x="1425833" y="1425834"/>
                </a:lnTo>
                <a:lnTo>
                  <a:pt x="0" y="14258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66819" y="5371144"/>
            <a:ext cx="1347538" cy="1347538"/>
          </a:xfrm>
          <a:custGeom>
            <a:avLst/>
            <a:gdLst/>
            <a:ahLst/>
            <a:cxnLst/>
            <a:rect r="r" b="b" t="t" l="l"/>
            <a:pathLst>
              <a:path h="1347538" w="1347538">
                <a:moveTo>
                  <a:pt x="0" y="0"/>
                </a:moveTo>
                <a:lnTo>
                  <a:pt x="1347538" y="0"/>
                </a:lnTo>
                <a:lnTo>
                  <a:pt x="1347538" y="1347538"/>
                </a:lnTo>
                <a:lnTo>
                  <a:pt x="0" y="13475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86340" y="7317673"/>
            <a:ext cx="1087327" cy="1087327"/>
          </a:xfrm>
          <a:custGeom>
            <a:avLst/>
            <a:gdLst/>
            <a:ahLst/>
            <a:cxnLst/>
            <a:rect r="r" b="b" t="t" l="l"/>
            <a:pathLst>
              <a:path h="1087327" w="1087327">
                <a:moveTo>
                  <a:pt x="0" y="0"/>
                </a:moveTo>
                <a:lnTo>
                  <a:pt x="1087326" y="0"/>
                </a:lnTo>
                <a:lnTo>
                  <a:pt x="1087326" y="1087327"/>
                </a:lnTo>
                <a:lnTo>
                  <a:pt x="0" y="1087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66819" y="2095565"/>
            <a:ext cx="411719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DISCORD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86340" y="3897944"/>
            <a:ext cx="409941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FIGMA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73666" y="5713125"/>
            <a:ext cx="41837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GITHUB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57992" y="7529549"/>
            <a:ext cx="4112565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GOOGLE DRIVE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7453" y="1552693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7693" y="2133816"/>
            <a:ext cx="812619" cy="812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89270" y="7402011"/>
            <a:ext cx="812619" cy="8126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710482" y="8888983"/>
            <a:ext cx="3449760" cy="34497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20895" y="-836411"/>
            <a:ext cx="3449760" cy="34497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02868" y="4130638"/>
            <a:ext cx="7598043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0000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Demostración del proyecto</a:t>
            </a:r>
          </a:p>
        </p:txBody>
      </p:sp>
    </p:spTree>
  </p:cSld>
  <p:clrMapOvr>
    <a:masterClrMapping/>
  </p:clrMapOvr>
  <p:transition spd="fast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7693" y="2133816"/>
            <a:ext cx="812619" cy="812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89270" y="7402011"/>
            <a:ext cx="812619" cy="8126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710482" y="8888983"/>
            <a:ext cx="3449760" cy="34497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20895" y="-836411"/>
            <a:ext cx="3449760" cy="34497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466264" y="4305535"/>
            <a:ext cx="9355472" cy="101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>
                <a:solidFill>
                  <a:srgbClr val="0000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Resultado obtenido</a:t>
            </a:r>
          </a:p>
        </p:txBody>
      </p:sp>
    </p:spTree>
  </p:cSld>
  <p:clrMapOvr>
    <a:masterClrMapping/>
  </p:clrMapOvr>
  <p:transition spd="fast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319" y="2042749"/>
            <a:ext cx="15748623" cy="190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5"/>
              </a:lnSpc>
            </a:pPr>
            <a:r>
              <a:rPr lang="en-US" sz="6300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Obstáculos presentados durante el desarrollo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38215" y="8359829"/>
            <a:ext cx="426612" cy="426612"/>
          </a:xfrm>
          <a:custGeom>
            <a:avLst/>
            <a:gdLst/>
            <a:ahLst/>
            <a:cxnLst/>
            <a:rect r="r" b="b" t="t" l="l"/>
            <a:pathLst>
              <a:path h="426612" w="426612">
                <a:moveTo>
                  <a:pt x="0" y="0"/>
                </a:moveTo>
                <a:lnTo>
                  <a:pt x="426612" y="0"/>
                </a:lnTo>
                <a:lnTo>
                  <a:pt x="426612" y="426612"/>
                </a:lnTo>
                <a:lnTo>
                  <a:pt x="0" y="426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84146" y="4231661"/>
            <a:ext cx="2704894" cy="2704894"/>
          </a:xfrm>
          <a:custGeom>
            <a:avLst/>
            <a:gdLst/>
            <a:ahLst/>
            <a:cxnLst/>
            <a:rect r="r" b="b" t="t" l="l"/>
            <a:pathLst>
              <a:path h="2704894" w="2704894">
                <a:moveTo>
                  <a:pt x="0" y="0"/>
                </a:moveTo>
                <a:lnTo>
                  <a:pt x="2704894" y="0"/>
                </a:lnTo>
                <a:lnTo>
                  <a:pt x="2704894" y="2704894"/>
                </a:lnTo>
                <a:lnTo>
                  <a:pt x="0" y="2704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37890" y="-2289879"/>
            <a:ext cx="4120269" cy="41202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42556" y="832329"/>
            <a:ext cx="3073695" cy="3039246"/>
            <a:chOff x="0" y="0"/>
            <a:chExt cx="82201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013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13">
                  <a:moveTo>
                    <a:pt x="411006" y="0"/>
                  </a:moveTo>
                  <a:lnTo>
                    <a:pt x="822013" y="406400"/>
                  </a:lnTo>
                  <a:lnTo>
                    <a:pt x="411006" y="812800"/>
                  </a:lnTo>
                  <a:lnTo>
                    <a:pt x="0" y="406400"/>
                  </a:lnTo>
                  <a:lnTo>
                    <a:pt x="41100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6D02">
                    <a:alpha val="100000"/>
                  </a:srgbClr>
                </a:gs>
                <a:gs pos="100000">
                  <a:srgbClr val="F188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41283" y="111125"/>
              <a:ext cx="53944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57954" y="751517"/>
            <a:ext cx="816775" cy="8167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47613" y="832329"/>
            <a:ext cx="729710" cy="721532"/>
            <a:chOff x="0" y="0"/>
            <a:chExt cx="822013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013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13">
                  <a:moveTo>
                    <a:pt x="411006" y="0"/>
                  </a:moveTo>
                  <a:lnTo>
                    <a:pt x="822013" y="406400"/>
                  </a:lnTo>
                  <a:lnTo>
                    <a:pt x="411006" y="812800"/>
                  </a:lnTo>
                  <a:lnTo>
                    <a:pt x="0" y="406400"/>
                  </a:lnTo>
                  <a:lnTo>
                    <a:pt x="411006" y="0"/>
                  </a:lnTo>
                  <a:close/>
                </a:path>
              </a:pathLst>
            </a:custGeom>
            <a:solidFill>
              <a:srgbClr val="1D243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41283" y="111125"/>
              <a:ext cx="53944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1631" y="-25939"/>
            <a:ext cx="1891773" cy="189177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6C02">
                <a:alpha val="23922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76568" y="2915047"/>
            <a:ext cx="1605671" cy="1587675"/>
            <a:chOff x="0" y="0"/>
            <a:chExt cx="822013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013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13">
                  <a:moveTo>
                    <a:pt x="411006" y="0"/>
                  </a:moveTo>
                  <a:lnTo>
                    <a:pt x="822013" y="406400"/>
                  </a:lnTo>
                  <a:lnTo>
                    <a:pt x="411006" y="812800"/>
                  </a:lnTo>
                  <a:lnTo>
                    <a:pt x="0" y="406400"/>
                  </a:lnTo>
                  <a:lnTo>
                    <a:pt x="411006" y="0"/>
                  </a:lnTo>
                  <a:close/>
                </a:path>
              </a:pathLst>
            </a:custGeom>
            <a:solidFill>
              <a:srgbClr val="F66C02">
                <a:alpha val="2392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41283" y="111125"/>
              <a:ext cx="539446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0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200"/>
                </a:lnTo>
                <a:lnTo>
                  <a:pt x="0" y="2448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57453" y="741332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90233" y="4502722"/>
            <a:ext cx="6396226" cy="1419440"/>
            <a:chOff x="0" y="0"/>
            <a:chExt cx="1684603" cy="3738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84603" cy="373844"/>
            </a:xfrm>
            <a:custGeom>
              <a:avLst/>
              <a:gdLst/>
              <a:ahLst/>
              <a:cxnLst/>
              <a:rect r="r" b="b" t="t" l="l"/>
              <a:pathLst>
                <a:path h="373844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52805"/>
                  </a:lnTo>
                  <a:cubicBezTo>
                    <a:pt x="1684603" y="284907"/>
                    <a:pt x="1671850" y="315694"/>
                    <a:pt x="1649151" y="338393"/>
                  </a:cubicBezTo>
                  <a:cubicBezTo>
                    <a:pt x="1626452" y="361092"/>
                    <a:pt x="1595665" y="373844"/>
                    <a:pt x="1563564" y="373844"/>
                  </a:cubicBezTo>
                  <a:lnTo>
                    <a:pt x="121039" y="373844"/>
                  </a:lnTo>
                  <a:cubicBezTo>
                    <a:pt x="88937" y="373844"/>
                    <a:pt x="58151" y="361092"/>
                    <a:pt x="35451" y="338393"/>
                  </a:cubicBezTo>
                  <a:cubicBezTo>
                    <a:pt x="12752" y="315694"/>
                    <a:pt x="0" y="284907"/>
                    <a:pt x="0" y="252805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684603" cy="40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231097" y="4956969"/>
            <a:ext cx="5138579" cy="4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Problemas de comunicación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227517" y="5669515"/>
            <a:ext cx="6396226" cy="1267040"/>
            <a:chOff x="0" y="0"/>
            <a:chExt cx="1684603" cy="3337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90233" y="7092789"/>
            <a:ext cx="6396226" cy="1267040"/>
            <a:chOff x="0" y="0"/>
            <a:chExt cx="1684603" cy="3337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470578" y="6047679"/>
            <a:ext cx="5910104" cy="4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Problemas al decidir el proyecto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03202" y="7470953"/>
            <a:ext cx="3570287" cy="4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Horarios de trabajo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27517" y="8152921"/>
            <a:ext cx="6396226" cy="1267040"/>
            <a:chOff x="0" y="0"/>
            <a:chExt cx="1684603" cy="3337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84603" cy="333706"/>
            </a:xfrm>
            <a:custGeom>
              <a:avLst/>
              <a:gdLst/>
              <a:ahLst/>
              <a:cxnLst/>
              <a:rect r="r" b="b" t="t" l="l"/>
              <a:pathLst>
                <a:path h="333706" w="1684603">
                  <a:moveTo>
                    <a:pt x="121039" y="0"/>
                  </a:moveTo>
                  <a:lnTo>
                    <a:pt x="1563564" y="0"/>
                  </a:lnTo>
                  <a:cubicBezTo>
                    <a:pt x="1630412" y="0"/>
                    <a:pt x="1684603" y="54191"/>
                    <a:pt x="1684603" y="121039"/>
                  </a:cubicBezTo>
                  <a:lnTo>
                    <a:pt x="1684603" y="212667"/>
                  </a:lnTo>
                  <a:cubicBezTo>
                    <a:pt x="1684603" y="244769"/>
                    <a:pt x="1671850" y="275555"/>
                    <a:pt x="1649151" y="298254"/>
                  </a:cubicBezTo>
                  <a:cubicBezTo>
                    <a:pt x="1626452" y="320954"/>
                    <a:pt x="1595665" y="333706"/>
                    <a:pt x="1563564" y="333706"/>
                  </a:cubicBezTo>
                  <a:lnTo>
                    <a:pt x="121039" y="333706"/>
                  </a:lnTo>
                  <a:cubicBezTo>
                    <a:pt x="88937" y="333706"/>
                    <a:pt x="58151" y="320954"/>
                    <a:pt x="35451" y="298254"/>
                  </a:cubicBezTo>
                  <a:cubicBezTo>
                    <a:pt x="12752" y="275555"/>
                    <a:pt x="0" y="244769"/>
                    <a:pt x="0" y="212667"/>
                  </a:cubicBezTo>
                  <a:lnTo>
                    <a:pt x="0" y="121039"/>
                  </a:lnTo>
                  <a:cubicBezTo>
                    <a:pt x="0" y="88937"/>
                    <a:pt x="12752" y="58151"/>
                    <a:pt x="35451" y="35451"/>
                  </a:cubicBezTo>
                  <a:cubicBezTo>
                    <a:pt x="58151" y="12752"/>
                    <a:pt x="88937" y="0"/>
                    <a:pt x="121039" y="0"/>
                  </a:cubicBez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684603" cy="36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581068" y="8531085"/>
            <a:ext cx="5689124" cy="4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864">
                <a:solidFill>
                  <a:srgbClr val="FFFFFF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Problemas con microsoft azure</a:t>
            </a:r>
          </a:p>
        </p:txBody>
      </p:sp>
    </p:spTree>
  </p:cSld>
  <p:clrMapOvr>
    <a:masterClrMapping/>
  </p:clrMapOvr>
  <p:transition spd="fast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5165" y="1581268"/>
            <a:ext cx="4507863" cy="10339240"/>
            <a:chOff x="0" y="0"/>
            <a:chExt cx="1187256" cy="2723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7256" cy="2723092"/>
            </a:xfrm>
            <a:custGeom>
              <a:avLst/>
              <a:gdLst/>
              <a:ahLst/>
              <a:cxnLst/>
              <a:rect r="r" b="b" t="t" l="l"/>
              <a:pathLst>
                <a:path h="2723092" w="1187256">
                  <a:moveTo>
                    <a:pt x="0" y="0"/>
                  </a:moveTo>
                  <a:lnTo>
                    <a:pt x="1187256" y="0"/>
                  </a:lnTo>
                  <a:lnTo>
                    <a:pt x="1187256" y="2723092"/>
                  </a:lnTo>
                  <a:lnTo>
                    <a:pt x="0" y="2723092"/>
                  </a:lnTo>
                  <a:close/>
                </a:path>
              </a:pathLst>
            </a:custGeom>
            <a:solidFill>
              <a:srgbClr val="F66C0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87256" cy="2751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51283" y="-395664"/>
            <a:ext cx="4108345" cy="4108345"/>
          </a:xfrm>
          <a:custGeom>
            <a:avLst/>
            <a:gdLst/>
            <a:ahLst/>
            <a:cxnLst/>
            <a:rect r="r" b="b" t="t" l="l"/>
            <a:pathLst>
              <a:path h="4108345" w="4108345">
                <a:moveTo>
                  <a:pt x="0" y="0"/>
                </a:moveTo>
                <a:lnTo>
                  <a:pt x="4108346" y="0"/>
                </a:lnTo>
                <a:lnTo>
                  <a:pt x="4108346" y="4108346"/>
                </a:lnTo>
                <a:lnTo>
                  <a:pt x="0" y="4108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22674" y="2399353"/>
            <a:ext cx="6006769" cy="6373269"/>
            <a:chOff x="0" y="0"/>
            <a:chExt cx="912710" cy="9683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2710" cy="968399"/>
            </a:xfrm>
            <a:custGeom>
              <a:avLst/>
              <a:gdLst/>
              <a:ahLst/>
              <a:cxnLst/>
              <a:rect r="r" b="b" t="t" l="l"/>
              <a:pathLst>
                <a:path h="968399" w="912710">
                  <a:moveTo>
                    <a:pt x="0" y="0"/>
                  </a:moveTo>
                  <a:lnTo>
                    <a:pt x="912710" y="0"/>
                  </a:lnTo>
                  <a:lnTo>
                    <a:pt x="912710" y="968399"/>
                  </a:lnTo>
                  <a:lnTo>
                    <a:pt x="0" y="968399"/>
                  </a:lnTo>
                  <a:close/>
                </a:path>
              </a:pathLst>
            </a:custGeom>
            <a:blipFill>
              <a:blip r:embed="rId4"/>
              <a:stretch>
                <a:fillRect l="-29721" t="0" r="-29721" b="0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75728" y="6803011"/>
            <a:ext cx="751585" cy="751585"/>
          </a:xfrm>
          <a:custGeom>
            <a:avLst/>
            <a:gdLst/>
            <a:ahLst/>
            <a:cxnLst/>
            <a:rect r="r" b="b" t="t" l="l"/>
            <a:pathLst>
              <a:path h="751585" w="751585">
                <a:moveTo>
                  <a:pt x="0" y="0"/>
                </a:moveTo>
                <a:lnTo>
                  <a:pt x="751586" y="0"/>
                </a:lnTo>
                <a:lnTo>
                  <a:pt x="751586" y="751586"/>
                </a:lnTo>
                <a:lnTo>
                  <a:pt x="0" y="751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648095" y="4643077"/>
            <a:ext cx="3259824" cy="3259824"/>
          </a:xfrm>
          <a:custGeom>
            <a:avLst/>
            <a:gdLst/>
            <a:ahLst/>
            <a:cxnLst/>
            <a:rect r="r" b="b" t="t" l="l"/>
            <a:pathLst>
              <a:path h="3259824" w="3259824">
                <a:moveTo>
                  <a:pt x="0" y="0"/>
                </a:moveTo>
                <a:lnTo>
                  <a:pt x="3259824" y="0"/>
                </a:lnTo>
                <a:lnTo>
                  <a:pt x="3259824" y="3259824"/>
                </a:lnTo>
                <a:lnTo>
                  <a:pt x="0" y="32598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89694" y="6635877"/>
            <a:ext cx="1446642" cy="1446642"/>
          </a:xfrm>
          <a:custGeom>
            <a:avLst/>
            <a:gdLst/>
            <a:ahLst/>
            <a:cxnLst/>
            <a:rect r="r" b="b" t="t" l="l"/>
            <a:pathLst>
              <a:path h="1446642" w="1446642">
                <a:moveTo>
                  <a:pt x="0" y="0"/>
                </a:moveTo>
                <a:lnTo>
                  <a:pt x="1446642" y="0"/>
                </a:lnTo>
                <a:lnTo>
                  <a:pt x="1446642" y="1446642"/>
                </a:lnTo>
                <a:lnTo>
                  <a:pt x="0" y="14466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5728" y="2849738"/>
            <a:ext cx="7820145" cy="224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3"/>
              </a:lnSpc>
            </a:pPr>
            <a:r>
              <a:rPr lang="en-US" sz="7307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Gracias por su </a:t>
            </a:r>
            <a:r>
              <a:rPr lang="en-US" sz="7307">
                <a:solidFill>
                  <a:srgbClr val="F18900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Atencion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811361"/>
            <a:ext cx="1891791" cy="2448200"/>
          </a:xfrm>
          <a:custGeom>
            <a:avLst/>
            <a:gdLst/>
            <a:ahLst/>
            <a:cxnLst/>
            <a:rect r="r" b="b" t="t" l="l"/>
            <a:pathLst>
              <a:path h="2448200" w="1891791">
                <a:moveTo>
                  <a:pt x="0" y="0"/>
                </a:moveTo>
                <a:lnTo>
                  <a:pt x="1891791" y="0"/>
                </a:lnTo>
                <a:lnTo>
                  <a:pt x="1891791" y="2448200"/>
                </a:lnTo>
                <a:lnTo>
                  <a:pt x="0" y="2448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64889" y="6953798"/>
            <a:ext cx="573263" cy="450012"/>
          </a:xfrm>
          <a:custGeom>
            <a:avLst/>
            <a:gdLst/>
            <a:ahLst/>
            <a:cxnLst/>
            <a:rect r="r" b="b" t="t" l="l"/>
            <a:pathLst>
              <a:path h="450012" w="573263">
                <a:moveTo>
                  <a:pt x="0" y="0"/>
                </a:moveTo>
                <a:lnTo>
                  <a:pt x="573264" y="0"/>
                </a:lnTo>
                <a:lnTo>
                  <a:pt x="573264" y="450012"/>
                </a:lnTo>
                <a:lnTo>
                  <a:pt x="0" y="450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67930" y="7155937"/>
            <a:ext cx="4928899" cy="37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344" spc="-35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soportekine434@gmail.com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67930" y="6790402"/>
            <a:ext cx="2745784" cy="34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2140" spc="-32">
                <a:solidFill>
                  <a:srgbClr val="1D243B"/>
                </a:solidFill>
                <a:latin typeface="Aran Wide"/>
                <a:ea typeface="Aran Wide"/>
                <a:cs typeface="Aran Wide"/>
                <a:sym typeface="Aran Wide"/>
              </a:rPr>
              <a:t>Nuestro contacto: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0298" y="6121816"/>
            <a:ext cx="4761049" cy="51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3192" spc="-47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Mas informacion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57453" y="1552693"/>
            <a:ext cx="1854581" cy="59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UN KINE</a:t>
            </a:r>
          </a:p>
          <a:p>
            <a:pPr algn="l">
              <a:lnSpc>
                <a:spcPts val="2256"/>
              </a:lnSpc>
            </a:pPr>
            <a:r>
              <a:rPr lang="en-US" sz="1864">
                <a:solidFill>
                  <a:srgbClr val="1D243B"/>
                </a:solidFill>
                <a:latin typeface="Aran Wide Bold"/>
                <a:ea typeface="Aran Wide Bold"/>
                <a:cs typeface="Aran Wide Bold"/>
                <a:sym typeface="Aran Wide Bold"/>
              </a:rPr>
              <a:t>AMIGO</a:t>
            </a:r>
          </a:p>
        </p:txBody>
      </p: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DAG5AJEwSKM</dc:identifier>
  <dcterms:modified xsi:type="dcterms:W3CDTF">2011-08-01T06:04:30Z</dcterms:modified>
  <cp:revision>1</cp:revision>
  <dc:title>Un kine amigo</dc:title>
</cp:coreProperties>
</file>